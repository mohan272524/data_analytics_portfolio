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CHUKKA" userId="60c31e18d593d802" providerId="LiveId" clId="{E9AAC09A-74A6-413E-9D91-9F602232B8B3}"/>
    <pc:docChg chg="modSld">
      <pc:chgData name="MOHAN CHUKKA" userId="60c31e18d593d802" providerId="LiveId" clId="{E9AAC09A-74A6-413E-9D91-9F602232B8B3}" dt="2026-04-10T05:34:46.560" v="60" actId="1076"/>
      <pc:docMkLst>
        <pc:docMk/>
      </pc:docMkLst>
      <pc:sldChg chg="modSp mod">
        <pc:chgData name="MOHAN CHUKKA" userId="60c31e18d593d802" providerId="LiveId" clId="{E9AAC09A-74A6-413E-9D91-9F602232B8B3}" dt="2026-04-10T05:34:46.560" v="60" actId="1076"/>
        <pc:sldMkLst>
          <pc:docMk/>
          <pc:sldMk cId="2294353416" sldId="256"/>
        </pc:sldMkLst>
        <pc:spChg chg="mod">
          <ac:chgData name="MOHAN CHUKKA" userId="60c31e18d593d802" providerId="LiveId" clId="{E9AAC09A-74A6-413E-9D91-9F602232B8B3}" dt="2026-04-10T05:34:46.560" v="60" actId="1076"/>
          <ac:spMkLst>
            <pc:docMk/>
            <pc:sldMk cId="2294353416" sldId="256"/>
            <ac:spMk id="6" creationId="{2417B251-80DC-4D50-776F-DB22FF70CF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3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5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7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6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6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4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5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04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0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4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76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8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8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70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D5DAA-294B-050F-EF44-C6CD8640934D}"/>
              </a:ext>
            </a:extLst>
          </p:cNvPr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EF995-03D0-D5C3-DCE4-235EE740E3CA}"/>
              </a:ext>
            </a:extLst>
          </p:cNvPr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7B251-80DC-4D50-776F-DB22FF70CF2C}"/>
              </a:ext>
            </a:extLst>
          </p:cNvPr>
          <p:cNvSpPr txBox="1"/>
          <p:nvPr/>
        </p:nvSpPr>
        <p:spPr>
          <a:xfrm>
            <a:off x="8452068" y="5841860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Chukka Mohan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3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489C-4951-39C7-D30C-2846168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3A71A-93A7-44A7-F4AC-FBD650075E1E}"/>
              </a:ext>
            </a:extLst>
          </p:cNvPr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6F0A-0B41-30EB-FE64-EFF6DD1B98B8}"/>
              </a:ext>
            </a:extLst>
          </p:cNvPr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1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3D02-A901-D2EC-42D0-82140EC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0CF6E-B13E-B447-900A-EE7B561604B4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3262-84A0-4B42-B506-340EEE8CEF59}"/>
              </a:ext>
            </a:extLst>
          </p:cNvPr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2358-31D5-F2D3-3722-554ED6360FBB}"/>
              </a:ext>
            </a:extLst>
          </p:cNvPr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</a:p>
          <a:p>
            <a:r>
              <a:rPr lang="en-IN" dirty="0"/>
              <a:t>- Handling missing values</a:t>
            </a:r>
          </a:p>
          <a:p>
            <a:r>
              <a:rPr lang="en-IN" dirty="0"/>
              <a:t>- Data transformation</a:t>
            </a:r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7806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233-9882-FDE0-904A-B4DBF52A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3397-986A-4901-DC14-3302949B830E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6B109-8A3B-5A27-2F4A-86319036A21B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BC5E4-D835-4AD1-7442-C59B5EC44711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</a:p>
          <a:p>
            <a:r>
              <a:rPr lang="en-IN" dirty="0"/>
              <a:t>- SQL business queries</a:t>
            </a:r>
          </a:p>
          <a:p>
            <a:r>
              <a:rPr lang="en-IN" dirty="0"/>
              <a:t>- Multivariate analysis</a:t>
            </a:r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90221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6B3E-C3BB-B341-617E-266B8220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50FF2-FD69-9CE6-AA06-967885108B5B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AA251-3079-89B1-2A2F-B3CC7A0B45E2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3F0E-86C5-2AEE-47A7-A9A33ADA49BF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</a:p>
          <a:p>
            <a:r>
              <a:rPr lang="en-IN" dirty="0"/>
              <a:t>- KPI creation</a:t>
            </a:r>
          </a:p>
          <a:p>
            <a:r>
              <a:rPr lang="en-IN" dirty="0"/>
              <a:t>- Business trend analysis</a:t>
            </a:r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F625-139A-0807-4242-FC1B8CEB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0DBA3-590F-7779-7DCD-BDE9672F0368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</a:t>
            </a:r>
            <a:r>
              <a:rPr lang="en-US" sz="2000"/>
              <a:t>– 4 </a:t>
            </a:r>
            <a:r>
              <a:rPr lang="en-US" sz="2000" dirty="0"/>
              <a:t>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35ED9-E6C7-9A40-D2BC-E16A339095D1}"/>
              </a:ext>
            </a:extLst>
          </p:cNvPr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D33-9924-F4BA-0C4C-8830C29D7833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</a:p>
          <a:p>
            <a:r>
              <a:rPr lang="en-IN" dirty="0"/>
              <a:t>- Hypothesis formulation</a:t>
            </a:r>
          </a:p>
          <a:p>
            <a:r>
              <a:rPr lang="en-IN" dirty="0"/>
              <a:t>- Z-test for proportions</a:t>
            </a:r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2282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4C3-E667-2A70-2227-E694F532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1476E-978B-FA87-A847-FDB3FA5B41FF}"/>
              </a:ext>
            </a:extLst>
          </p:cNvPr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57AB-73B0-682F-F62F-CE496F4C099B}"/>
              </a:ext>
            </a:extLst>
          </p:cNvPr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</a:p>
          <a:p>
            <a:r>
              <a:rPr lang="en-IN" dirty="0"/>
              <a:t>- Data Cleaning</a:t>
            </a:r>
          </a:p>
          <a:p>
            <a:r>
              <a:rPr lang="en-IN" dirty="0"/>
              <a:t>- Exploratory Data Analysis</a:t>
            </a:r>
          </a:p>
          <a:p>
            <a:r>
              <a:rPr lang="en-IN" dirty="0"/>
              <a:t>- Power BI Dashboard Development</a:t>
            </a:r>
          </a:p>
          <a:p>
            <a:r>
              <a:rPr lang="en-IN" dirty="0"/>
              <a:t>- A/B Testing</a:t>
            </a:r>
          </a:p>
          <a:p>
            <a:r>
              <a:rPr lang="en-IN" dirty="0"/>
              <a:t>- Hypothesis Testing</a:t>
            </a:r>
          </a:p>
          <a:p>
            <a:r>
              <a:rPr lang="en-IN" dirty="0"/>
              <a:t>- Data Storytelling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65B97-323F-AC30-36B3-F601E9380488}"/>
              </a:ext>
            </a:extLst>
          </p:cNvPr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D8471-A6D1-2866-ECDA-030FDBA9AAFA}"/>
              </a:ext>
            </a:extLst>
          </p:cNvPr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</a:p>
          <a:p>
            <a:r>
              <a:rPr lang="en-IN" dirty="0"/>
              <a:t>- Pandas</a:t>
            </a:r>
          </a:p>
          <a:p>
            <a:r>
              <a:rPr lang="en-IN" dirty="0"/>
              <a:t>- NumPy</a:t>
            </a:r>
          </a:p>
          <a:p>
            <a:r>
              <a:rPr lang="en-IN" dirty="0"/>
              <a:t>- Matplotlib</a:t>
            </a:r>
          </a:p>
          <a:p>
            <a:r>
              <a:rPr lang="en-IN" dirty="0"/>
              <a:t>- Seaborn</a:t>
            </a:r>
          </a:p>
          <a:p>
            <a:r>
              <a:rPr lang="en-IN" dirty="0"/>
              <a:t>- SQL</a:t>
            </a:r>
          </a:p>
          <a:p>
            <a:r>
              <a:rPr lang="en-IN" dirty="0"/>
              <a:t>- Power BI</a:t>
            </a:r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11146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50</TotalTime>
  <Words>447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MOHAN CHUKKA</cp:lastModifiedBy>
  <cp:revision>1</cp:revision>
  <dcterms:created xsi:type="dcterms:W3CDTF">2026-03-11T13:27:23Z</dcterms:created>
  <dcterms:modified xsi:type="dcterms:W3CDTF">2026-04-10T05:34:55Z</dcterms:modified>
</cp:coreProperties>
</file>